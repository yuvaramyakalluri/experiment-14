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Mukta Light" panose="020B0604020202020204" charset="0"/>
      <p:regular r:id="rId21"/>
    </p:embeddedFont>
    <p:embeddedFont>
      <p:font typeface="Prompt Light" panose="020B0604020202020204" charset="-34"/>
      <p:regular r:id="rId22"/>
    </p:embeddedFont>
    <p:embeddedFont>
      <p:font typeface="Prompt Medium" panose="020B0604020202020204" charset="-34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86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2383532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Large Language Models &amp; Generative AI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3825577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 educational journey into the technology reshaping how we communicate, create, and compute.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593923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 is a Large Language Model?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20012" y="2035969"/>
            <a:ext cx="462844" cy="462855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88532" y="2106613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Trained on Massive Data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388532" y="2515791"/>
            <a:ext cx="551126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 systems trained on enormous text datasets to predict and generate human language with remarkable fluency.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0012" y="3585666"/>
            <a:ext cx="462844" cy="462855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88532" y="3656310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Powers Modern AI Tools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388532" y="4065488"/>
            <a:ext cx="551126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Drives ChatGPT, Claude, Gemini, and other conversational AI tools used by millions daily.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0012" y="5135364"/>
            <a:ext cx="462844" cy="462855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88532" y="5206008"/>
            <a:ext cx="55112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Transformer Architecture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388532" y="5615186"/>
            <a:ext cx="551126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Uses the transformer architecture to understand context and relationships between words across long passages.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0508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LLMs Work: The Pipeline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258" y="954286"/>
            <a:ext cx="8307080" cy="5724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10154" y="4516475"/>
            <a:ext cx="2150302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Input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181544" y="2146043"/>
            <a:ext cx="2150302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Tokenization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718002" y="5220548"/>
            <a:ext cx="2150302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Embeddings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733070" y="2778886"/>
            <a:ext cx="2150303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Transformers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20012" y="6790730"/>
            <a:ext cx="341621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6B6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Tokenization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20012" y="6982619"/>
            <a:ext cx="3416215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Text is broken into small pieces (tokens) the model understands — words, subwords, or characters.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393396" y="6790730"/>
            <a:ext cx="341621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ECDC4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Embeddings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393396" y="6982619"/>
            <a:ext cx="3416215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Tokens become numerical vectors that capture semantic meaning and relationships.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066779" y="6790730"/>
            <a:ext cx="341621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5B7D1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Attention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066779" y="6982619"/>
            <a:ext cx="3416215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model learns which words matter most for understanding context and generating accurate output.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529953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Real-World Generative AI Applications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2503388"/>
            <a:ext cx="1447069" cy="894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3654921"/>
            <a:ext cx="24949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Content Creation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4064099"/>
            <a:ext cx="249499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Writing, copywriting, code generation, and marketing materials at scale.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173" y="2503388"/>
            <a:ext cx="1447069" cy="8943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2173" y="3654921"/>
            <a:ext cx="24950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Service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3472173" y="4064099"/>
            <a:ext cx="249509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Chatbots, automated responses, and intelligent knowledge assistants.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432" y="2503388"/>
            <a:ext cx="1447069" cy="8943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4432" y="3654921"/>
            <a:ext cx="24949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Software Development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224432" y="4349849"/>
            <a:ext cx="249499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Code completion, debugging assistance, and auto-generated documentation.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592" y="2503388"/>
            <a:ext cx="1447069" cy="8943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76592" y="3654921"/>
            <a:ext cx="24950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Analysis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976592" y="4064099"/>
            <a:ext cx="249509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Summarizing documents and extracting insights from unstructured data.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07616"/>
            <a:ext cx="1075167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Prompt Engineering: Getting Better Results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1840905"/>
            <a:ext cx="6856836" cy="37781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7378" y="2368017"/>
            <a:ext cx="1295171" cy="197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Poor Prompt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87378" y="2628637"/>
            <a:ext cx="1295171" cy="466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Vague request yields ambiguous output and frustration.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07550" y="3473679"/>
            <a:ext cx="1295171" cy="197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Effective Prompt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07550" y="3734299"/>
            <a:ext cx="1295171" cy="621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Specific instructions with context produce clear output and success.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9625" y="1332805"/>
            <a:ext cx="3518407" cy="11086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09154" y="1506141"/>
            <a:ext cx="30955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 Specific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09154" y="1836142"/>
            <a:ext cx="3095548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Clear, detailed instructions produce better outputs than vague requests.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9625" y="2557165"/>
            <a:ext cx="3518407" cy="11086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09154" y="2730500"/>
            <a:ext cx="30955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ECDC4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Provide Context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209154" y="3060502"/>
            <a:ext cx="3095548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Give background information and examples of your desired format.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9625" y="3781524"/>
            <a:ext cx="3518407" cy="11213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09154" y="3954859"/>
            <a:ext cx="30955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B7D1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 Separators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209154" y="4284861"/>
            <a:ext cx="3095548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 </a:t>
            </a: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###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or </a:t>
            </a: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clearly separate instructions from input text.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9625" y="5018584"/>
            <a:ext cx="3518407" cy="11086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09154" y="5191919"/>
            <a:ext cx="30955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A07A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Iterate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209154" y="5521920"/>
            <a:ext cx="3095548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Refine prompts based on results to continuously improve quality.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5022"/>
            <a:ext cx="1075167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Training LLMs: From Data to Model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1503065"/>
            <a:ext cx="6832032" cy="2951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0352" y="3690549"/>
            <a:ext cx="1014411" cy="164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350352" y="3907334"/>
            <a:ext cx="1014411" cy="279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Clean, filter, and normalize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55099" y="3690549"/>
            <a:ext cx="1014411" cy="164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55099" y="3907334"/>
            <a:ext cx="1014411" cy="279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Adapt model for specific tasks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212" y="1769350"/>
            <a:ext cx="1014411" cy="164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Raw Data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212" y="1986135"/>
            <a:ext cx="1014411" cy="279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Collect billions of text examples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5543" y="1769350"/>
            <a:ext cx="1014412" cy="164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5543" y="1986135"/>
            <a:ext cx="1014412" cy="279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Safety evaluation and alignment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68892" y="1769350"/>
            <a:ext cx="1014411" cy="164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Pre-training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68892" y="1986135"/>
            <a:ext cx="1014411" cy="279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Train on large-scale corpora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05463" y="2503860"/>
            <a:ext cx="347247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Training Journey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05463" y="2918420"/>
            <a:ext cx="3472470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Building an LLM is a multi-stage process requiring massive computational resources.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0012" y="4821238"/>
            <a:ext cx="366406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0012" y="5107186"/>
            <a:ext cx="3475149" cy="2540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8" name="Text 15"/>
          <p:cNvSpPr/>
          <p:nvPr/>
        </p:nvSpPr>
        <p:spPr>
          <a:xfrm>
            <a:off x="720012" y="5249565"/>
            <a:ext cx="3475149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0012" y="5601891"/>
            <a:ext cx="3475149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Billions of text examples gathered from the internet, books, and curated sources.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58273" y="4821238"/>
            <a:ext cx="366406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58273" y="5107186"/>
            <a:ext cx="3475149" cy="2540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2" name="Text 19"/>
          <p:cNvSpPr/>
          <p:nvPr/>
        </p:nvSpPr>
        <p:spPr>
          <a:xfrm>
            <a:off x="4358273" y="5249565"/>
            <a:ext cx="3475149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Pre-training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358273" y="5601891"/>
            <a:ext cx="3475149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Teaches general language understanding — grammar, facts, and reasoning patterns.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96534" y="4821238"/>
            <a:ext cx="366406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996534" y="5107186"/>
            <a:ext cx="3475149" cy="2540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6" name="Text 23"/>
          <p:cNvSpPr/>
          <p:nvPr/>
        </p:nvSpPr>
        <p:spPr>
          <a:xfrm>
            <a:off x="7996534" y="5249565"/>
            <a:ext cx="3475149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996534" y="5601891"/>
            <a:ext cx="3475149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Adapts the model for specific tasks, domains, or desired behaviors.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654298"/>
            <a:ext cx="6179784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Limitations &amp; Challenges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291898" y="1365945"/>
            <a:ext cx="6179784" cy="1228824"/>
          </a:xfrm>
          <a:prstGeom prst="roundRect">
            <a:avLst>
              <a:gd name="adj" fmla="val 6043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75051" y="1549102"/>
            <a:ext cx="581347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🧠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Hallucinations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75051" y="1885752"/>
            <a:ext cx="5813478" cy="525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Models can confidently generate false or completely made-up information — with no warning.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291898" y="2746673"/>
            <a:ext cx="6179784" cy="965895"/>
          </a:xfrm>
          <a:prstGeom prst="roundRect">
            <a:avLst>
              <a:gd name="adj" fmla="val 7688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75051" y="2929830"/>
            <a:ext cx="581347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⚖️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Bias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75051" y="3266480"/>
            <a:ext cx="5813478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Trained on internet data that reflects real-world societal biases and inequalities.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91898" y="3864471"/>
            <a:ext cx="6179784" cy="1228824"/>
          </a:xfrm>
          <a:prstGeom prst="roundRect">
            <a:avLst>
              <a:gd name="adj" fmla="val 6043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75051" y="4047629"/>
            <a:ext cx="581347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📏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Context Window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75051" y="4384278"/>
            <a:ext cx="5813478" cy="525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LLMs can only process a limited amount of text at once — long documents get truncated.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291898" y="5245199"/>
            <a:ext cx="6179784" cy="965895"/>
          </a:xfrm>
          <a:prstGeom prst="roundRect">
            <a:avLst>
              <a:gd name="adj" fmla="val 7688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75051" y="5428357"/>
            <a:ext cx="581347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🕰️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Knowledge Cutoff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75051" y="5765006"/>
            <a:ext cx="5813478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Training data has a cutoff date — the model doesn't know about recent events.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7949"/>
            <a:ext cx="10751670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Ethical Considerations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1177627"/>
            <a:ext cx="6873207" cy="3894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28967" y="2816473"/>
            <a:ext cx="3548966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Navigating the Responsibility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928967" y="3088680"/>
            <a:ext cx="3548966" cy="357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As LLMs become more powerful, the ethical stakes grow alongside their capabilities.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613" y="5275907"/>
            <a:ext cx="202500" cy="2025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8648" y="5271691"/>
            <a:ext cx="488183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6B6B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Misinformation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58648" y="5512296"/>
            <a:ext cx="488183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AI-generated content can spread false information at unprecedented scale and speed.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1810" y="5275907"/>
            <a:ext cx="202500" cy="2025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9845" y="5271691"/>
            <a:ext cx="488183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A07A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Copyright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589845" y="5512296"/>
            <a:ext cx="488183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Training on copyrighted works raises complex and unresolved legal questions.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613" y="5872609"/>
            <a:ext cx="202500" cy="2025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58648" y="5868392"/>
            <a:ext cx="488183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5B7D1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Job Displacement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158648" y="6108998"/>
            <a:ext cx="488183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Automation may significantly impact creative and knowledge work sectors.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1810" y="5872609"/>
            <a:ext cx="202500" cy="2025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89845" y="5868392"/>
            <a:ext cx="488183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ECDC4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Transparency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6589845" y="6108998"/>
            <a:ext cx="488183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Users deserve to know when they are interacting with AI — not a human.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0219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Future of Generative AI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1875631"/>
            <a:ext cx="514337" cy="514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647156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Multimodal Models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3056334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Systems that seamlessly work with text, images, audio, and video together in one model.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4432" y="1875631"/>
            <a:ext cx="514337" cy="514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4432" y="2647156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Agentic AI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24432" y="3056334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 systems that can plan, execute multi-step tasks, and use tools autonomously without constant guidance.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12" y="4126210"/>
            <a:ext cx="514337" cy="5143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0012" y="4897735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Efficiency Gains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20012" y="5306913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Smaller, faster models that deliver great results while requiring far less computing power.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4432" y="4126210"/>
            <a:ext cx="514337" cy="5143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24432" y="4897735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Specialization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24432" y="5306913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 models trained on domain-specific data for medicine, law, science, and beyond.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6957"/>
            <a:ext cx="1075167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Transformer Architecture Deep Dive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1437084"/>
            <a:ext cx="6840366" cy="256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6967" y="3391879"/>
            <a:ext cx="1031734" cy="176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Output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46700" y="3391879"/>
            <a:ext cx="1031734" cy="176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Feed‑Forward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3500" y="3303543"/>
            <a:ext cx="1031733" cy="353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Add &amp; Normalize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360300" y="3303543"/>
            <a:ext cx="1031734" cy="353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Multi‑Head Attention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38833" y="3303543"/>
            <a:ext cx="1031733" cy="353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Input Embeddings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90184" y="2281188"/>
            <a:ext cx="348774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Inside the Transformer Block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90184" y="2665512"/>
            <a:ext cx="3487749" cy="51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Transformers are the architectural breakthrough that made modern LLMs possible.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20012" y="4333379"/>
            <a:ext cx="2578036" cy="1954113"/>
          </a:xfrm>
          <a:prstGeom prst="roundRect">
            <a:avLst>
              <a:gd name="adj" fmla="val 3731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9892" y="4513263"/>
            <a:ext cx="221827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Self-Attention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9892" y="4842173"/>
            <a:ext cx="2218277" cy="1024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token learns to focus on the most relevant words throughout the entire input sequence.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444491" y="4333379"/>
            <a:ext cx="2578135" cy="1954113"/>
          </a:xfrm>
          <a:prstGeom prst="roundRect">
            <a:avLst>
              <a:gd name="adj" fmla="val 3731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24370" y="4513263"/>
            <a:ext cx="221837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24370" y="4842173"/>
            <a:ext cx="2218377" cy="1024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Multiple attention heads run in parallel, each capturing different linguistic relationships simultaneously.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69069" y="4333379"/>
            <a:ext cx="2578036" cy="1954113"/>
          </a:xfrm>
          <a:prstGeom prst="roundRect">
            <a:avLst>
              <a:gd name="adj" fmla="val 3731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8948" y="4513263"/>
            <a:ext cx="2218277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Feed-Forward Networks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48948" y="5083274"/>
            <a:ext cx="2218277" cy="1024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Process and transform attention outputs, adding non-linear reasoning capability to each block.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893548" y="4333379"/>
            <a:ext cx="2578135" cy="1954113"/>
          </a:xfrm>
          <a:prstGeom prst="roundRect">
            <a:avLst>
              <a:gd name="adj" fmla="val 3731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73427" y="4513263"/>
            <a:ext cx="221837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Layer Stacking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073427" y="4842173"/>
            <a:ext cx="2218377" cy="1024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Dozens of transformer blocks stacked together build progressively deeper language understanding.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Widescreen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Prompt Light</vt:lpstr>
      <vt:lpstr>Consolas</vt:lpstr>
      <vt:lpstr>Calibri</vt:lpstr>
      <vt:lpstr>Prompt Medium</vt:lpstr>
      <vt:lpstr>Mukta Light</vt:lpstr>
      <vt:lpstr>Noto Color Emoji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lastModifiedBy>yuva ramya</cp:lastModifiedBy>
  <cp:revision>1</cp:revision>
  <dcterms:created xsi:type="dcterms:W3CDTF">2026-10-07T04:43:43Z</dcterms:created>
  <dcterms:modified xsi:type="dcterms:W3CDTF">2026-10-07T04:45:07Z</dcterms:modified>
</cp:coreProperties>
</file>